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 ·  重 装 系 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04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情态动词 + 被动语态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职场英语的语气调节器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13716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怎么把同一个意思说得「刚刚好」 — 既不卑微，也不冒犯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to Career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6263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职场英语实战课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961120" y="5897880"/>
            <a:ext cx="246888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0" y="5897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 · 收官课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为什么「语法对了还是不对劲」？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语法都对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主谓宾齐全，时态正确，介词不错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17720" y="2788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意思也对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33832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信息传达完整，对方能听懂你说什么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210312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412480" y="2788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但听起来不对劲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0" y="33832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对方表情变了，气氛尴尬，邮件没回音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91672" cy="1280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983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本课核心问题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53492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怎么用情态动词和被动语态，把同一个意思说得「刚刚好」？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TO CAREER  ·  LESSON 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362895" y="65105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场景  ·  会议上你想反对同事的方案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信息一样，温度差很多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86400" cy="3291840"/>
          </a:xfrm>
          <a:prstGeom prst="roundRect">
            <a:avLst>
              <a:gd name="adj" fmla="val 2778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91440" cy="3291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31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直 译 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「I don't agree. Your plan will not work.」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4023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听起来不是「我有不同看法」，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343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而是「你错了」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800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会议气氛瞬间僵化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2194560"/>
            <a:ext cx="5486400" cy="3291840"/>
          </a:xfrm>
          <a:prstGeom prst="roundRect">
            <a:avLst>
              <a:gd name="adj" fmla="val 2778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2194560"/>
            <a:ext cx="91440" cy="3291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331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改 写 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8346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「I'm not sure this would work.</a:t>
            </a:r>
            <a:endParaRPr lang="en-US" sz="1800" dirty="0"/>
          </a:p>
          <a:p>
            <a:pPr indent="0" marL="0">
              <a:buNone/>
            </a:pPr>
            <a:r>
              <a:rPr lang="en-US" sz="1800" b="1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Could we also consider...?」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提出疑虑而非否定对方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4709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打开讨论而非关闭对话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5120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关键：would / could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信息相同，但语气从「指控」变成「商量」 — 这就是今天要学的能力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TO CAREER  ·  LESSON 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362895" y="65105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情态动词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英语职场的「语气调节器」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029200" cy="365760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个常见情态动词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     /  could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will     /  would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shall    /  should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4709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     /  might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5212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52160" y="24688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过去式的陷阱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52160" y="2834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看起来像过去式，但在职场口语里跟过去时关系不大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52160" y="33832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CFEFA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3383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could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78040" y="3383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礼貌版的 can — 不是「过去能够」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52160" y="402336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CFEFA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4023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would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78040" y="4023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礼貌版的 will — 不是「过去会」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52160" y="466344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CFEFA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4663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4663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意思是「应该」 — 几乎不当过去式用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52160" y="530352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CFEFA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5303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might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78040" y="5303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意思是「可能」 — 几乎不当过去式用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TO CAREER  ·  LESSON 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362895" y="65105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先打基础  ·  三个不可违背的语法特点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情态动词的三大语法规则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361188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后面永远跟动词原形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正  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can help you.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8130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must finish by Friday.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4348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错  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trike="sngStrike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can to help you.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51389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trike="sngStrike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must finished by Friday.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43400" y="201168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2011680"/>
            <a:ext cx="361188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148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17720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情态动词本身不变形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3108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正  确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429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 can speak English.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38130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 must finish the report.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44348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错  误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trike="sngStrike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 cans speak English.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0" y="51389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trike="sngStrike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 musts finish the report.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138160" y="201168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2011680"/>
            <a:ext cx="361188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2148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12480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否定直接加 not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66760" y="3108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73252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正  确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66760" y="3429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 can't come.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66760" y="38130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shouldn't merge yet.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66760" y="44348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732520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错  误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6676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trike="sngStrike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 doesn't can come.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366760" y="51389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trike="sngStrike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don't should merge yet.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TO CAREER  ·  LESSON 04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362895" y="65105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情态动词在职场里干两件事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用途 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表达可能性 / 必要性 / 能力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（事实层面 — 字典里都有）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can read Python code.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7216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能力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206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build might fail.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45902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可能性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5074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must launch by Q4.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54589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必要性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3736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ECFE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用途 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286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调节语气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9224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（社交层面 — 中国学生最缺的能力）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3337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Could you help me?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37216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礼貌请求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4206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might want to check this.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45902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委婉建议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5074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would suggest...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54589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柔化提议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这节课的重点是「用途二」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TO CAREER  ·  LESSON 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62895" y="65105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核心 知识点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档 语 气 强 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同一个意思，让对方感受到的压力可以差很多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46888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331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0" y="2359152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2331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不容商量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40880" y="2359152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23317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合规、安全、deadline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42900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114800" y="3319272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强烈建议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40880" y="3319272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32918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给建议、指出问题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38912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4251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/ could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114800" y="4279392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4251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中性请求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040880" y="4279392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42519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日常请人帮忙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534924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5212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might / may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114800" y="5239512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0" y="5212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最委婉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040880" y="5239512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52120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提疑虑、给软建议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举例：你想让同事看一下某个文档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TO CAREER  ·  LESSON 04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362895" y="65105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强度 演示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「请同事看一下文档」 — 四种说法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109728" cy="960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 过强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must read this document.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55280" y="21214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听起来像命令，几乎不会这么说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07792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7ED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907792"/>
            <a:ext cx="109728" cy="9601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992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🟠  应该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3192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should read this document.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95528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带责任感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0FDF4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986784"/>
            <a:ext cx="109728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7822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🟢  普通请求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39826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you read this document?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55280" y="4279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 — 普通请求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065776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FF6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5065776"/>
            <a:ext cx="109728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572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🔵  最 软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547725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might want to read this document.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955280" y="53583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不妨看看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信息一样，给对方的压力完全不同  →  选哪一档取决于：对方是谁、事情多重要、你和对方多熟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TO CAREER  ·  LESSON 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62895" y="65105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反 直 觉 规 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以前学的「must = 必须」，在职场里几乎总是错的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隐 性 规 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对人用 must，几乎总是错的 — 除非你是老板下硬性指令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那如果真的是「必须」做的事呢？两个技巧：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5486400" cy="27432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技巧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977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 you  换成  we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You must finish this by Friday.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983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We need to finish this by Friday.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5486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从「指令」变成「共同目标」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3474720"/>
            <a:ext cx="5486400" cy="27432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技巧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3977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 have to  而不是  must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You must follow this process.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4983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We have to follow this process.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5486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把矛盾从「人际」转移到「规则」上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TO CAREER  ·  LESSON 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362895" y="65105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被动语态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什么时候「隐藏」动作的执行者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8640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主 动 语 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fixed the bug.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执行者（I）当主语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468880"/>
            <a:ext cx="5486400" cy="1554480"/>
          </a:xfrm>
          <a:prstGeom prst="roundRect">
            <a:avLst>
              <a:gd name="adj" fmla="val 5882"/>
            </a:avLst>
          </a:prstGeom>
          <a:solidFill>
            <a:srgbClr val="ECFE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被 动 语 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926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bug was fixed.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承受者（The bug）当主语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公 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46177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动词  +  过去分词（V-ed / V-en）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不同时态下的被动语态  →  变的只是 be 动词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650992"/>
            <a:ext cx="210312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669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一般现在时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58795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deployed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70632" y="5650992"/>
            <a:ext cx="210312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16352" y="5669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一般过去时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16352" y="58795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 deployed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92624" y="5650992"/>
            <a:ext cx="210312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38344" y="5669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现在进行时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38344" y="58795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being deployed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214616" y="5650992"/>
            <a:ext cx="210312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0336" y="5669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60336" y="58795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 been deployed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436608" y="5650992"/>
            <a:ext cx="210312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82328" y="5669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一般将来时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482328" y="58795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will be deployed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TO CAREER  ·  LESSON 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362895" y="65105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什么时候用 被动语态？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中国学生的问题不是「不会用」，而是「不知道什么时候该用」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76672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17320" y="212140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执行者不重要 / 不知道是谁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server was restarted at 3 AM.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重要的是「重启了」这件事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376672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0" y="212140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执行者太明显，没必要说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6517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product will be launched next week.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「谁发布」？当然是公司，不用说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76672" cy="2011680"/>
          </a:xfrm>
          <a:prstGeom prst="roundRect">
            <a:avLst>
              <a:gd name="adj" fmla="val 3636"/>
            </a:avLst>
          </a:prstGeom>
          <a:solidFill>
            <a:srgbClr val="ECFE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343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31596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避免「指责」 / 去掉攻击性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84632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build was broken.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（vs.「You broke the build.」）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760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跨文化职场最重要的功能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206240"/>
            <a:ext cx="5376672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343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0" y="431596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技术文档 / 正式写作的客观性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484632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is stored in PostgreSQL.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5760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描述系统行为，不是某个人在做什么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6400800"/>
            <a:ext cx="11091672" cy="0"/>
          </a:xfrm>
          <a:prstGeom prst="rect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TO CAREER  ·  LESSON 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62895" y="65105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被动语态的 杀手锏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用被动语态去掉「指责感」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当你想说「someone 做错了什么」时，先想想能不能用被动语态把 someone 拿掉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指责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317296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broke the build.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89320" y="3063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355080" y="2788920"/>
            <a:ext cx="5285232" cy="960120"/>
          </a:xfrm>
          <a:prstGeom prst="roundRect">
            <a:avLst>
              <a:gd name="adj" fmla="val 7619"/>
            </a:avLst>
          </a:prstGeom>
          <a:solidFill>
            <a:srgbClr val="F0FDF4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陈述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31729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build was broken.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把焦点从「谁做的」转到「发生了什么」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指责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431596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introduced a bug yesterday.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89320" y="4206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355080" y="3931920"/>
            <a:ext cx="5285232" cy="960120"/>
          </a:xfrm>
          <a:prstGeom prst="roundRect">
            <a:avLst>
              <a:gd name="adj" fmla="val 7619"/>
            </a:avLst>
          </a:prstGeom>
          <a:solidFill>
            <a:srgbClr val="F0FDF4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陈述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43159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bug was introduced yesterday.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489204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陈述事实，不指着鼻子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166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指责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545896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haven't replied to my email.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89320" y="5349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</a:rPr>
              <a:t>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6355080" y="5074920"/>
            <a:ext cx="5285232" cy="960120"/>
          </a:xfrm>
          <a:prstGeom prst="roundRect">
            <a:avLst>
              <a:gd name="adj" fmla="val 7619"/>
            </a:avLst>
          </a:prstGeom>
          <a:solidFill>
            <a:srgbClr val="F0FDF4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5166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陈述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54589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haven't heard back yet.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" y="603504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催进度也可以「换个角度」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TO CAREER  ·  LESSON 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62895" y="65105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综合应用  ·  4 个职场场景改写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催同事修一个紧急 bug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2971800"/>
            <a:ext cx="10652760" cy="1280160"/>
          </a:xfrm>
          <a:prstGeom prst="roundRect">
            <a:avLst>
              <a:gd name="adj" fmla="val 4286"/>
            </a:avLst>
          </a:prstGeom>
          <a:solidFill>
            <a:srgbClr val="FEF2F2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971800"/>
            <a:ext cx="73152" cy="1280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直 译 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33832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Mike, you wrote a bug in the login module yesterday. You must fix it before noon.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4434840"/>
            <a:ext cx="10652760" cy="1463040"/>
          </a:xfrm>
          <a:prstGeom prst="roundRect">
            <a:avLst>
              <a:gd name="adj" fmla="val 3750"/>
            </a:avLst>
          </a:prstGeom>
          <a:solidFill>
            <a:srgbClr val="F0FDF4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4434840"/>
            <a:ext cx="73152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改 写 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48463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Hey Mike, looks like there's an issue in the login module from yesterday's commit. Could you take a look when you get a chance? It would be great if we could get it fixed before noon.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6035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关键改动：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603504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wrote a bug → there's an issue（被动化）  ·  must fix → could you take a look（降档）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TO CAREER  ·  LESSON 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105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更多 场景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会议反对  ·  催进度  ·  拒绝需求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9385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会议上反对同事提议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23317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don't agree. Your idea will not work.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2697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not sure if this would work. Could we also consider...?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74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4472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催进度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8404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38404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haven't finished the task. You should finish it today.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42062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checking in — wondering if there's anything I can help with to get it across the line today.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983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956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拒绝不合理需求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5349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53492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No, we can't do this. You are asking too much.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5715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57150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appreciate you bringing this up. Unfortunately, this wouldn't be feasible. Could we discuss what might be possible?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TO CAREER  ·  LESSON 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62895" y="65105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跨文化职场 软化公式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个工具，组合使用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77440"/>
            <a:ext cx="91440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420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0" y="25146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情态动词降档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25146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 → should → could → might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91840"/>
            <a:ext cx="91440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564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3429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被动化去人称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34290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去掉 you，把焦点从「人」转到「事」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206240"/>
            <a:ext cx="91440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708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11680" y="4343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 替代 you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43434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把对立变成共同目标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120640"/>
            <a:ext cx="91440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2852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011680" y="5257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三件套兜底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52578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would / might / could 表保留意见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不是要你变「假客气」， 而是把「直接」升级成「专业」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629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TO CAREER  ·  LESSON 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62895" y="6629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收 官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你的「造句操作系统」已就位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2286000"/>
            <a:ext cx="5760720" cy="640080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228600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一句完整的职场英语句子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80760" y="2926080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3200400"/>
            <a:ext cx="85039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3200400"/>
            <a:ext cx="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3200400"/>
            <a:ext cx="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3200400"/>
            <a:ext cx="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32720" y="3200400"/>
            <a:ext cx="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5204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576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句子的底层架构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主谓宾补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5120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五大句型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83280" y="35204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365760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66160" y="4297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时态系统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11880" y="48006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6 个时态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611880" y="5120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过去/现在/将来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35204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2240" y="3657600"/>
            <a:ext cx="502920" cy="50292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3232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0" y="4297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从句拆解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46520" y="48006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定语从句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46520" y="5120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宾语从句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46520" y="54406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状语从句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052560" y="35204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CFE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26880" y="3657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932688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96696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语气 ★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235440" y="4297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情态动词 + 被动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281160" y="48006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强度调节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281160" y="5120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被动语态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48640" y="5943600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ECFEFA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 最难的「从 0 到 1」那一步，你已经走完了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TO CAREER  ·  LESSON 04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362895" y="65105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串 联 示 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一句话用上 Phase 1 全部工具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之前  ·  「蹦词」版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10652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Yesterday... bug... payment... fix... today edge case... maybe afternoon finish...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71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学完 Phase 1  ·  组装版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Yesterday Mike and I fixed a critical bug that was blocking payments. Today I'm working on some edge cases that came up during testing. If everything goes well, it should be done by this afternoon.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这一段里你用到了：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11091672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892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  ·  came up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4892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一般过去时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0" y="4892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221224"/>
            <a:ext cx="1109167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2212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that was blocking ...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52212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定语从句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52212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550408"/>
            <a:ext cx="11091672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5504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I'm working 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5550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现在进行时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55504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879592"/>
            <a:ext cx="1109167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879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everything goes well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0" y="5879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条件状语从句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5879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6208776"/>
            <a:ext cx="11091672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62087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should be done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0" y="62087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情态动词 + 被动语态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0" y="62087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TO CAREER  ·  LESSON 04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362895" y="65105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OF PHASE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你的英语思维方式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已经不一样了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303520" y="3154680"/>
            <a:ext cx="16459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429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 PREVIEW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下个月  ·  装应用程序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443484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4526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4892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自我介绍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49040" y="443484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4526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4892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聊技术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26480" y="443484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4526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L07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4892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会议英语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03920" y="443484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4526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4892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日常闲聊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你的代码已经能跑在全世界的服务器上了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60807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从下个月起， 你的英语也会一起跑起来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6583680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TO CAREER  ·  LESSON 04  ·  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Code to Career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04 · 情态动词 + 被动语态</dc:title>
  <dc:subject>Code to Career</dc:subject>
  <dc:creator>PptxGenJS</dc:creator>
  <cp:lastModifiedBy>PptxGenJS</cp:lastModifiedBy>
  <cp:revision>1</cp:revision>
  <dcterms:created xsi:type="dcterms:W3CDTF">2026-05-09T06:19:02Z</dcterms:created>
  <dcterms:modified xsi:type="dcterms:W3CDTF">2026-05-09T06:19:02Z</dcterms:modified>
</cp:coreProperties>
</file>